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3738b9a9bc4d9e" /><Relationship Type="http://schemas.openxmlformats.org/officeDocument/2006/relationships/extended-properties" Target="/docProps/app.xml" Id="R0688dd95099b40f0" /><Relationship Type="http://schemas.openxmlformats.org/officeDocument/2006/relationships/officeDocument" Target="/ppt/presentation.xml" Id="R20ecd6b446dd4c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ca78c10f3e4856"/>
  </p:sldMasterIdLst>
  <p:notesMasterIdLst>
    <p:notesMasterId xmlns:r="http://schemas.openxmlformats.org/officeDocument/2006/relationships" r:id="R3997e07f29df4f71"/>
  </p:notesMasterIdLst>
  <p:sldIdLst>
    <p:sldId xmlns:r="http://schemas.openxmlformats.org/officeDocument/2006/relationships" id="256" r:id="Rf0f44d46a1fd45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5f64598ede4ae9" /><Relationship Type="http://schemas.openxmlformats.org/officeDocument/2006/relationships/slideMaster" Target="/ppt/slideMasters/slideMaster1.xml" Id="R3bca78c10f3e4856" /><Relationship Type="http://schemas.openxmlformats.org/officeDocument/2006/relationships/notesMaster" Target="/ppt/notesMasters/notesMaster1.xml" Id="R3997e07f29df4f71" /><Relationship Type="http://schemas.openxmlformats.org/officeDocument/2006/relationships/presProps" Target="/ppt/presProps.xml" Id="R6c920c566b464be4" /><Relationship Type="http://schemas.openxmlformats.org/officeDocument/2006/relationships/tableStyles" Target="/ppt/tableStyles.xml" Id="R4b36c60e20e440d5" /><Relationship Type="http://schemas.openxmlformats.org/officeDocument/2006/relationships/slide" Target="/ppt/slides/slide1.xml" Id="Rf0f44d46a1fd45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9320d0ee8f4d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925209d25e4600" /><Relationship Type="http://schemas.openxmlformats.org/officeDocument/2006/relationships/notesMaster" Target="/ppt/notesMasters/notesMaster1.xml" Id="Ra3bab578d74a42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: docs/SWOT_SOURCE.md, version validée. La collecte &gt;10 000 n'est pas démontrée ; l'effet environnemental évoqué reste hypothétique et non mesuré. Les captures finales MLflow v53 sont encore à constituer.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4d514156aa42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69c94a49f041bf" /><Relationship Type="http://schemas.openxmlformats.org/officeDocument/2006/relationships/slideLayout" Target="/ppt/slideLayouts/slideLayout1.xml" Id="R4e58b0a948004f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58b0a948004f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46b0e347004964" /><Relationship Type="http://schemas.openxmlformats.org/officeDocument/2006/relationships/notesSlide" Target="/ppt/notesSlides/notesSlide1.xml" Id="Rbab6d088fec94c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2F4900-4145-4DC9-A4A2-F467D3A9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5275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637"/>
                </a:solidFill>
                <a:latin typeface="Arial"/>
                <a:ea typeface="Arial"/>
                <a:cs typeface="Arial"/>
              </a:rPr>
              <a:t>SWOT du projet Satisfaction Client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DC075-AB7F-4535-A51C-FB12E0A0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866775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1"/>
                </a:solidFill>
                <a:latin typeface="Arial"/>
                <a:ea typeface="Arial"/>
                <a:cs typeface="Arial"/>
              </a:rPr>
              <a:t>État au 22 septembre 2026  |  Hypothèses et limites de soutenance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24DC1-D5EA-4FB7-853B-BDC3C2F2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53911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8"/>
          </a:solidFill>
          <a:ln xmlns:a="http://schemas.openxmlformats.org/drawingml/2006/main" w="9525">
            <a:solidFill>
              <a:srgbClr val="B4CB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1A93D4-4E10-42CE-9E07-E1BF288C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002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55A8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5A81"/>
                </a:solidFill>
                <a:latin typeface="Arial"/>
                <a:ea typeface="Arial"/>
                <a:cs typeface="Arial"/>
              </a:rPr>
              <a:t>FORCES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040025-5152-40AD-873D-EB898267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63" b="0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1463" b="0">
                <a:solidFill>
                  <a:srgbClr val="142637"/>
                </a:solidFill>
                <a:latin typeface="Arial"/>
                <a:ea typeface="Arial"/>
                <a:cs typeface="Arial"/>
              </a:rPr>
              <a:t>• Import, analyse et tableau de bord ; JWT et rôles.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C0C40-8899-463A-9837-56AC8D9C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33675"/>
            <a:ext cx="4905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63" b="0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1463" b="0">
                <a:solidFill>
                  <a:srgbClr val="142637"/>
                </a:solidFill>
                <a:latin typeface="Arial"/>
                <a:ea typeface="Arial"/>
                <a:cs typeface="Arial"/>
              </a:rPr>
              <a:t>• ML dédupliqué ; v53 documenté et identifiable dans MLflow conservé. Déploiement et supervision de test.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A16C6-7686-4F2E-8C57-832F7A73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3911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F0"/>
          </a:solidFill>
          <a:ln xmlns:a="http://schemas.openxmlformats.org/drawingml/2006/main" w="9525">
            <a:solidFill>
              <a:srgbClr val="D9C4B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30432-5A08-4570-98BB-B5E57C7C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002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55A8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5A81"/>
                </a:solidFill>
                <a:latin typeface="Arial"/>
                <a:ea typeface="Arial"/>
                <a:cs typeface="Arial"/>
              </a:rPr>
              <a:t>FAIBLESSES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26761-B265-4B47-A302-5545BA0B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7645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63" b="0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1463" b="0">
                <a:solidFill>
                  <a:srgbClr val="142637"/>
                </a:solidFill>
                <a:latin typeface="Arial"/>
                <a:ea typeface="Arial"/>
                <a:cs typeface="Arial"/>
              </a:rPr>
              <a:t>• HTTP 403 : collecte exhaustive &gt;10 000 avis non démontrée.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2A82BA-5E27-469D-A0E4-1BC46926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33675"/>
            <a:ext cx="4905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63" b="0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1463" b="0">
                <a:solidFill>
                  <a:srgbClr val="142637"/>
                </a:solidFill>
                <a:latin typeface="Arial"/>
                <a:ea typeface="Arial"/>
                <a:cs typeface="Arial"/>
              </a:rPr>
              <a:t>• Corpus et classe Neutre limités ; accessibilité et RGPD non audités de bout en bout.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7ACA6-9768-4490-9FEA-2A3D543F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53911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0"/>
          </a:solidFill>
          <a:ln xmlns:a="http://schemas.openxmlformats.org/drawingml/2006/main" w="9525">
            <a:solidFill>
              <a:srgbClr val="C2D3B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50CD80-5E2B-4F5E-81E4-CE1FD538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55A8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5A81"/>
                </a:solidFill>
                <a:latin typeface="Arial"/>
                <a:ea typeface="Arial"/>
                <a:cs typeface="Arial"/>
              </a:rPr>
              <a:t>OPPORTUNITÉS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760CDF-4A76-4A40-AB9E-F086C0EA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63" b="0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1463" b="0">
                <a:solidFill>
                  <a:srgbClr val="142637"/>
                </a:solidFill>
                <a:latin typeface="Arial"/>
                <a:ea typeface="Arial"/>
                <a:cs typeface="Arial"/>
              </a:rPr>
              <a:t>• Données fournies avec autorisation pour confirmer les irritants.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1F2052-4EB2-4C08-BE18-829B207B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29225"/>
            <a:ext cx="4905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63" b="0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1463" b="0">
                <a:solidFill>
                  <a:srgbClr val="142637"/>
                </a:solidFill>
                <a:latin typeface="Arial"/>
                <a:ea typeface="Arial"/>
                <a:cs typeface="Arial"/>
              </a:rPr>
              <a:t>• Moins de reprises de livraison possibles : bénéfice RSE hypothétique, non mesuré.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9CEE04-B322-4816-B3C1-3E4B842B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3911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F"/>
          </a:solidFill>
          <a:ln xmlns:a="http://schemas.openxmlformats.org/drawingml/2006/main" w="9525">
            <a:solidFill>
              <a:srgbClr val="D8CCB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E9E42A-0959-4DE6-9F48-D6CCE7A5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957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55A8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5A81"/>
                </a:solidFill>
                <a:latin typeface="Arial"/>
                <a:ea typeface="Arial"/>
                <a:cs typeface="Arial"/>
              </a:rPr>
              <a:t>MENACES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BCC6B-FB13-449A-B221-39789A2C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7200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63" b="0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1463" b="0">
                <a:solidFill>
                  <a:srgbClr val="142637"/>
                </a:solidFill>
                <a:latin typeface="Arial"/>
                <a:ea typeface="Arial"/>
                <a:cs typeface="Arial"/>
              </a:rPr>
              <a:t>• Accès aux plateformes, règles de réutilisation et données personnelles.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6ACC25-C5B9-4A57-A2F6-68E186B3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29225"/>
            <a:ext cx="4905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63" b="0">
                <a:solidFill>
                  <a:srgbClr val="142637"/>
                </a:solidFill>
                <a:latin typeface="Arial"/>
                <a:ea typeface="Arial"/>
                <a:cs typeface="Arial"/>
              </a:defRPr>
            </a:pPr>
            <a:r>
              <a:rPr sz="1463" b="0">
                <a:solidFill>
                  <a:srgbClr val="142637"/>
                </a:solidFill>
                <a:latin typeface="Arial"/>
                <a:ea typeface="Arial"/>
                <a:cs typeface="Arial"/>
              </a:rPr>
              <a:t>• Échantillons biaisés, prédictions imparfaites ; VM scolaire limitée.</a:t>
            </a:r>
          </a:p>
        </p:txBody>
      </p:sp>
    </p:spTree>
    <p:extLst>
      <p:ext uri="{BB962C8B-B14F-4D97-AF65-F5344CB8AC3E}">
        <p14:creationId xmlns:p14="http://schemas.microsoft.com/office/powerpoint/2010/main" val="9740761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2026-09-22T21:22:25.2850000Z</dcterms:created>
  <dcterms:modified xsi:type="dcterms:W3CDTF">2026-09-22T21:22:25.2850000Z</dcterms:modified>
</coreProperties>
</file>